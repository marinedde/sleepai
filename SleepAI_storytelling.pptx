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182880"/>
            <a:ext cx="1828800" cy="1828800"/>
          </a:xfrm>
          <a:prstGeom prst="ellipse">
            <a:avLst/>
          </a:prstGeom>
          <a:solidFill>
            <a:srgbClr val="048A81">
              <a:alpha val="70000"/>
            </a:srgbClr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45720"/>
            <a:ext cx="1828800" cy="1828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4C6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Et si analyser une nuit de sommeil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54C6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prenait 2 secondes au lieu de 4 heures ? 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EF"/>
                </a:solidFill>
              </a:rPr>
              <a:t>EEG  ·  ECG  ·  FastAPI  ·  Streamlit  ·  Docker  ·  GitHub Actions  ·  HuggingFace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Marine Deldicque  —  Jedha Bootcamp AIA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problème de santé publique majeur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2377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 personnes touchées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par l'apnée du sommeil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dans le monde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06040" cy="237744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des cas non diagnostiqués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— une épidémie silencieuse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invisible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0604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 notre vie passée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à dormir — et pourtant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 peu exploré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66160"/>
            <a:ext cx="91440" cy="132588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Conséquences : hypertension, AVC, diabète de type 2, accidents de la route, dépression.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Un diagnostic précoce change radicalement le pronostic — mais il reste hors de portée pour beaucoup.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goulot d'étranglement : la polysomnographie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965960" cy="50292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8A81"/>
                </a:solidFill>
              </a:rPr>
              <a:t>Nuit d'enregistrement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Patient hospitalisé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8h de capteurs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EEG + ECG + SpO₂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40280" y="192024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757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65960" cy="50292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50592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8354"/>
                </a:solidFill>
              </a:rPr>
              <a:t>Analyse manuelle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Technicien qualifié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4 à 6 heures de travail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segment par segment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92024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757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1965960" cy="502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26864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18304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855"/>
                </a:solidFill>
              </a:rPr>
              <a:t>Rendu médecin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Délai de 2-4 semaines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logiciels à 20 000€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pas de ML intégré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92824" y="192024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757D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03136" y="1005840"/>
            <a:ext cx="19659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03136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94576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Souvent trop tard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patient déjà épuisé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opportunité manquée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4023360" cy="10515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3794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heures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274320" y="4343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d'analyse manuelle par patient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3794760"/>
            <a:ext cx="4297680" cy="105156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37947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secondes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572000" y="4343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avec SleepAI  —  ×8 000 plus rapide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 — Ce qu'on a construit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261872" cy="100584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EEG/ECG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3619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1261872" cy="100584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9923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1261872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6227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261872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2531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1261872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8835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1005840"/>
            <a:ext cx="1261872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Rapport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85953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48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GitHub Actions  →  Tests automatiques (pytest)  →  Deploy HuggingFace Spaces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697480"/>
            <a:ext cx="4160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97480"/>
            <a:ext cx="4160520" cy="41148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974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 EEG — Stades du sommeil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1546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Sleep-EDF Database (PhysioNet) — 28 sujets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16 features temporelles et spectrales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Classes : Wake / N1 / N2 / N3 / REM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Précision : 83.4%  ·  F1 : 0.830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697480"/>
            <a:ext cx="4160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697480"/>
            <a:ext cx="4160520" cy="4114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6974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 ECG — Détection d'apnées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Apnea-ECG Database (PhysioNet) — 35 sujets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Features HRV, intervalles RR, QRS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Classes : Normal / Apnée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AUC-ROC : 0.967  ·  F1 apnée : 0.879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Axes d'amélioration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Limites actuelles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Dataset réduit : 28 sujets EEG, 35 sujets ECG — risque de sur-apprentissage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Données de recherche (PhysioNet) ≠ conditions cliniques réelles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Signaux démo synthétiques — validation sur données patients réels à faire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Pas d'authentification ni chiffrement — prototype non certifié 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Modèle statique — pas de réentraînement automatique intégré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Axes d'amélioration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Modèle : CNN 1D ou Transformer sur signal brut → &gt; 90% accuracy attendu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Dataset : agrandir à 100+ sujets + données cliniques réelles partenariats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App : authentification JWT, chiffrement, hébergement HDS (données santé)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MLOps : réentraînement automatique Airflow + détection drift avancée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Validation clinique : étude pilote avec médecins du sommeil partenaires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182880"/>
            <a:ext cx="1371600" cy="1371600"/>
          </a:xfrm>
          <a:prstGeom prst="ellipse">
            <a:avLst/>
          </a:prstGeom>
          <a:solidFill>
            <a:srgbClr val="048A81">
              <a:alpha val="70000"/>
            </a:srgbClr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73152"/>
            <a:ext cx="1371600" cy="1371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Problème réel · besoin identifié sur le terrain (infirmière IDEL)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Pipeline MLOps end-to-end · 2 modèles · API · Dashboard · CI/CD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IA générative Claude intégrée · validation clinique médecin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Déployé en production · HuggingFace Spaces · open 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048A81">
              <a:alpha val="20000"/>
            </a:srgbClr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Le sommeil est vital. Le diagnostic ne devrait pas être un luxe. 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C6EB"/>
                </a:solidFill>
              </a:rPr>
              <a:t>marinedde-sleepai-api.hf.space</a:t>
            </a:r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  ·  </a:t>
            </a:r>
            <a:pPr algn="ctr" indent="0" marL="0">
              <a:buNone/>
            </a:pPr>
            <a:r>
              <a:rPr lang="en-US" sz="1000" dirty="0">
                <a:solidFill>
                  <a:srgbClr val="54C6EB"/>
                </a:solidFill>
              </a:rPr>
              <a:t>marinedde-sleepai-dashboard.hf.space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SleepAI</dc:title>
  <dc:subject>PptxGenJS Presentation</dc:subject>
  <dc:creator>Marine Deldicque</dc:creator>
  <cp:lastModifiedBy>Marine Deldicque</cp:lastModifiedBy>
  <cp:revision>1</cp:revision>
  <dcterms:created xsi:type="dcterms:W3CDTF">2026-05-07T07:52:15Z</dcterms:created>
  <dcterms:modified xsi:type="dcterms:W3CDTF">2026-05-07T07:52:15Z</dcterms:modified>
</cp:coreProperties>
</file>